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6" r:id="rId10"/>
    <p:sldId id="267" r:id="rId11"/>
    <p:sldId id="26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ED82-5DE1-F8CE-E137-C1C41B2B5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7D470-1603-083D-5CF4-2E891B509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A8BC3-FA46-1EB7-D591-DB352C621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D6C6D-6EB9-B7B6-4A0D-F83EEEF7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C1C7A-54C8-6C36-D223-DE06EE522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16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1503-EB69-F49A-CDC1-3B6F8DDE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A046E-28A4-4182-85CA-4E2D90745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E57AC-24DA-6C16-A47F-977F3C92B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9ACF1-8427-6436-1092-374B4DEE3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48567-0CA1-5D9E-FD85-6B383007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115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5FA9B-CB66-A665-FBBA-07FA0040F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50113-7D6C-C6F4-5D18-6AB90C321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7F4C1-225E-9113-D441-2E68632B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9AE9E-16BD-B911-B7F9-0F8B84201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C9A4C-2A19-904B-E24F-68CFB0FC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753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7CE7-886A-4310-8F2F-1DD53485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4ACA5-8DE0-E0DA-2B5C-D32822BCF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236B0-0F20-B315-55AE-D492A3C74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B1B64-7DCC-9585-D32A-2CD4C35C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7271D-1CB6-EC08-A529-0A0E956B7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B8193-ED5A-8406-C4D8-DE826ACD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065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8BE5-F690-F582-36FB-82D118CF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2D528-47C7-CACB-BF4D-F329A80E7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D5907-19B8-E2FC-1FAD-E6D07E0E4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71DBB-8724-8143-D2A5-D87F011BF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9CC82-CBDA-7A32-B7A0-13B7DAD0B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A47900-31DA-3196-5509-082D5637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5EDB4-51DD-2DBE-AED0-E8777F0BF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5B64A-7BCF-DF02-4546-CA30A52C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53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E7001-AC47-79DB-85AF-D31792FC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0FE80E-47CC-8355-EECA-2C1C80AA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00026-69D2-DED1-5522-44C8E24F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2A792-B63D-E3F8-4D62-14B2DDE9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549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991A37-5FF2-5B33-3B16-7A042CCB2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9F0678-0AF8-07F8-68C2-D511AF06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6C3CE-9072-11F0-D63A-78F17F7E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5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C91CE-4858-3993-BF5A-5FD6AC930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9D8A1-554A-6466-29F7-0E2FFEED6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1FE79-5CF4-4B5D-0CB0-7DAA84583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3B953-56C6-4133-F0B9-C4E3B011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A8944-1FC9-AB97-9B70-37F8A96F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58F98-D504-2FB4-0349-8EE180C6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705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B198-FA08-6902-6B37-4326C73D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BFF1E-38E4-0ECA-F727-EAE93CD61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E5805-C12E-2908-FF2A-7E3FD08C3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76CF1-E31C-2D87-16AF-FBCFCF71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383C7-F0BA-5014-4BEC-4AE2A21F9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14F8C-1650-2AD3-CABC-CB2B72864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46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F79D-8553-01A6-3A64-767FEE9E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4D194-865D-91FA-1686-6BCC6BCF7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1B506-1BD2-C1B2-279C-0EA74787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745FF-5131-41D5-79C8-F81C3EA51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7708A-CEBA-5FAA-2415-B2051E3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97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9941A5-0FA4-7F40-1ED8-4538DE4C5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CA36E-2680-0855-96F6-97CCDA26E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C8A-9952-4342-8DB5-733435B9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1ED98-0F26-797E-06A8-2B90D163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61316-8080-03C7-D359-2A5B4CBD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301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E647C-6564-7BF4-F989-A2B57580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1A37B-B4AA-2C1C-5526-57863EAA6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46CD1-92DB-DCD2-918C-90013D7FE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5708E-4E32-440C-AE95-5579856BDFE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B0440-A8A1-1CA9-41FB-FBB650499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06EEA-5B6A-3E44-B9E6-F3F18C576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C9DE0-AA62-4741-AF61-175C7A803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E6DFB-A4AC-C205-356F-B9AA8498D3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PL/SQL Cursors</a:t>
            </a:r>
          </a:p>
        </p:txBody>
      </p:sp>
    </p:spTree>
    <p:extLst>
      <p:ext uri="{BB962C8B-B14F-4D97-AF65-F5344CB8AC3E}">
        <p14:creationId xmlns:p14="http://schemas.microsoft.com/office/powerpoint/2010/main" val="45146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666101-4875-ADAD-93C0-0B13E03D6666}"/>
              </a:ext>
            </a:extLst>
          </p:cNvPr>
          <p:cNvSpPr txBox="1"/>
          <p:nvPr/>
        </p:nvSpPr>
        <p:spPr>
          <a:xfrm>
            <a:off x="722376" y="274320"/>
            <a:ext cx="84193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A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MySQL cursor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 is a database object that enables the end-user to retrieve, process, and scroll through rows of the result set one at a time.</a:t>
            </a:r>
          </a:p>
          <a:p>
            <a:pPr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Cursors </a:t>
            </a:r>
            <a:r>
              <a:rPr lang="en-US" dirty="0"/>
              <a:t>enable the user to fetch and process each row individually, allowing for detailed manipulation and analysis of data.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73239"/>
              </a:solidFill>
              <a:effectLst/>
              <a:latin typeface="Nunito" panose="020F05020202040302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2248A8-0EE3-72F8-A06B-B1FB5CAEB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966405"/>
            <a:ext cx="9821646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0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DF82E2-DABE-46A1-02BB-E428AA81D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75" y="85227"/>
            <a:ext cx="10031225" cy="1676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62D82C-B7E3-0CF4-53F9-72342A88B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22" y="1628045"/>
            <a:ext cx="10069330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8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258256-CB20-D4B5-55D5-A6AF05113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02" y="590154"/>
            <a:ext cx="9878804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2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54A90-4593-11CA-ACCB-2859BC8AAE27}"/>
              </a:ext>
            </a:extLst>
          </p:cNvPr>
          <p:cNvSpPr txBox="1"/>
          <p:nvPr/>
        </p:nvSpPr>
        <p:spPr>
          <a:xfrm>
            <a:off x="658368" y="374905"/>
            <a:ext cx="8483346" cy="137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SzPts val="12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a PL/SQL block that declares a cursor. Display the empid ,name, designation and salary of employees who joined in a particular year.</a:t>
            </a: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SzPts val="1200"/>
              <a:buFont typeface="+mj-lt"/>
              <a:buAutoNum type="arabicPeriod"/>
            </a:pP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3310D4-5BFB-A8AE-38DA-CD71E74B9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18" y="1180551"/>
            <a:ext cx="8268854" cy="567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5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B68449-3B60-6D3D-9D89-91892CEC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05" y="623496"/>
            <a:ext cx="7630590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41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F199A8-9429-0483-A7DB-1107B7BF72B7}"/>
              </a:ext>
            </a:extLst>
          </p:cNvPr>
          <p:cNvSpPr txBox="1"/>
          <p:nvPr/>
        </p:nvSpPr>
        <p:spPr>
          <a:xfrm>
            <a:off x="694944" y="201168"/>
            <a:ext cx="10213848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  <a:buSzPts val="1200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a PL/SQL block to increase the salary of the employee in Department 10. The salary increases by 5% for employees whose salary is less than 20000 &amp; 10% for the employees whose salary is greater than 20000.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38B78-F9AD-02F9-F30C-E369173B8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67224"/>
            <a:ext cx="10155067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904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A03A97-8517-A70D-D641-C15E7731C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152" y="0"/>
            <a:ext cx="6029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400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F4DC-03E8-4FA9-5C82-DD4A6CD134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PL/SQL FUNCTIONS</a:t>
            </a:r>
          </a:p>
        </p:txBody>
      </p:sp>
    </p:spTree>
    <p:extLst>
      <p:ext uri="{BB962C8B-B14F-4D97-AF65-F5344CB8AC3E}">
        <p14:creationId xmlns:p14="http://schemas.microsoft.com/office/powerpoint/2010/main" val="2114385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65EA13-A6B0-CA69-C28E-DF7CC63E2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36" y="496022"/>
            <a:ext cx="9945488" cy="33056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C80B69-5E16-2022-6E12-D51D51E3899F}"/>
              </a:ext>
            </a:extLst>
          </p:cNvPr>
          <p:cNvSpPr txBox="1"/>
          <p:nvPr/>
        </p:nvSpPr>
        <p:spPr>
          <a:xfrm>
            <a:off x="685800" y="3844945"/>
            <a:ext cx="84559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function_name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br>
              <a:rPr lang="en-US" dirty="0"/>
            </a:b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is the name by which stored function is called. The name should not be same as native(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built_in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) function.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82A4D-E5F2-9C3E-A9C7-BB3BE9FE45EA}"/>
              </a:ext>
            </a:extLst>
          </p:cNvPr>
          <p:cNvSpPr txBox="1"/>
          <p:nvPr/>
        </p:nvSpPr>
        <p:spPr>
          <a:xfrm>
            <a:off x="685800" y="4811562"/>
            <a:ext cx="8010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func_parameter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br>
              <a:rPr lang="en-US" dirty="0"/>
            </a:b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is the argument whose value is used by the function inside its body.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DF254C-D67B-9C61-2482-382C7160097A}"/>
              </a:ext>
            </a:extLst>
          </p:cNvPr>
          <p:cNvSpPr txBox="1"/>
          <p:nvPr/>
        </p:nvSpPr>
        <p:spPr>
          <a:xfrm>
            <a:off x="685800" y="5457893"/>
            <a:ext cx="91622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characteristics: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b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CREATE FUNCTION statement is accepted only if at least one of the characteristics { DETERMINISTIC, NO SQL, or READS SQL DATA } is specified in its declaration.</a:t>
            </a:r>
          </a:p>
        </p:txBody>
      </p:sp>
    </p:spTree>
    <p:extLst>
      <p:ext uri="{BB962C8B-B14F-4D97-AF65-F5344CB8AC3E}">
        <p14:creationId xmlns:p14="http://schemas.microsoft.com/office/powerpoint/2010/main" val="489131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1DD4D1-F46D-FE02-FBDF-D249D9830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70" y="357125"/>
            <a:ext cx="9974067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02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5652AB-7BD7-5A34-63E3-7274DCD8AC6A}"/>
              </a:ext>
            </a:extLst>
          </p:cNvPr>
          <p:cNvSpPr txBox="1"/>
          <p:nvPr/>
        </p:nvSpPr>
        <p:spPr>
          <a:xfrm>
            <a:off x="365760" y="283464"/>
            <a:ext cx="9802368" cy="1926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Write PL/SQL function to f</a:t>
            </a:r>
            <a:r>
              <a:rPr lang="en-US" sz="18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 the total no of employees in a particular dept (</a:t>
            </a:r>
            <a:r>
              <a:rPr lang="en-US" sz="180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deptid</a:t>
            </a:r>
            <a:r>
              <a:rPr lang="en-US" sz="180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be given as parameter).</a:t>
            </a:r>
          </a:p>
          <a:p>
            <a:pPr>
              <a:lnSpc>
                <a:spcPct val="150000"/>
              </a:lnSpc>
              <a:spcAft>
                <a:spcPts val="1000"/>
              </a:spcAft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None/>
            </a:pPr>
            <a:endParaRPr lang="en-IN" sz="160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DAF82-55B0-5A5A-DCD6-1B60105F8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45803"/>
            <a:ext cx="4887007" cy="1314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8523F-9FD9-506E-6520-BA85DB898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97" y="2547556"/>
            <a:ext cx="4344006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33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241</Words>
  <Application>Microsoft Office PowerPoint</Application>
  <PresentationFormat>Widescreen</PresentationFormat>
  <Paragraphs>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Nunito</vt:lpstr>
      <vt:lpstr>Times New Roman</vt:lpstr>
      <vt:lpstr>Office Theme</vt:lpstr>
      <vt:lpstr>PL/SQL Cursors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PL/SQL FUNCTIONS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Gisha GS</dc:creator>
  <cp:lastModifiedBy>Gisha GS</cp:lastModifiedBy>
  <cp:revision>2</cp:revision>
  <dcterms:created xsi:type="dcterms:W3CDTF">2026-02-25T18:21:33Z</dcterms:created>
  <dcterms:modified xsi:type="dcterms:W3CDTF">2026-02-26T15:05:56Z</dcterms:modified>
</cp:coreProperties>
</file>